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Month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Region's  Revenue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Revenue Trend, MOM Growth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Monthly Revenue and REVENUE YTD by MonthName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Product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▼ 19% drop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▼ 33% drop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▲ 40% growth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▼ 29% drop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Home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margin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Order Value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Top 2 Product Revenue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Region's Best performer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Highest profit Margin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Pair's Combo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Price Vs Demand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Price Vs Demand Analysis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MoM Revenue Growth % - Chair vs Sofa (2025)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listSlicer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Product Performance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highest product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Highest Revenue City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Lowest Revenue City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Region Wise Customer's Breakdown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Average unit Price, Region Wise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Customer's Insights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customer's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Customer's Revenue Breakdown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Customer's Order Breakdown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Month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Highest profit Margin Per sale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Region wise Sales by Rep's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rep's Order Counts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"Stock-Out Risk by Product"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Highest in cash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Best Sales rep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Rep &amp; Customer insights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2f0cf2df-da30-43ed-8ed7-66e8bef6e02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593765b8c034c2d" /><Relationship Type="http://schemas.openxmlformats.org/officeDocument/2006/relationships/slideLayout" Target="/ppt/slideLayouts/slideLayout8.xml" Id="Rb7ce54145ff149ff" /><Relationship Type="http://schemas.openxmlformats.org/officeDocument/2006/relationships/hyperlink" Target="https://app.powerbi.com/groups/me/reports/2f0cf2df-da30-43ed-8ed7-66e8bef6e02a/?pbi_source=PowerPoint" TargetMode="External" Id="RelId0" /><Relationship Type="http://schemas.openxmlformats.org/officeDocument/2006/relationships/image" Target="/ppt/media/image4.png" Id="imgId159977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aa8242cbd9004f57" /><Relationship Type="http://schemas.openxmlformats.org/officeDocument/2006/relationships/slideLayout" Target="/ppt/slideLayouts/slideLayout8.xml" Id="Rfaeb4841a57e4ebf" /><Relationship Type="http://schemas.openxmlformats.org/officeDocument/2006/relationships/hyperlink" Target="https://app.powerbi.com/groups/me/reports/2f0cf2df-da30-43ed-8ed7-66e8bef6e02a/?pbi_source=PowerPoint" TargetMode="External" Id="RelId1" /><Relationship Type="http://schemas.openxmlformats.org/officeDocument/2006/relationships/image" Target="/ppt/media/image5.png" Id="imgId1599770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1ff37458ce504fdf" /><Relationship Type="http://schemas.openxmlformats.org/officeDocument/2006/relationships/slideLayout" Target="/ppt/slideLayouts/slideLayout8.xml" Id="R62761387ea5c41b3" /><Relationship Type="http://schemas.openxmlformats.org/officeDocument/2006/relationships/hyperlink" Target="https://app.powerbi.com/groups/me/reports/2f0cf2df-da30-43ed-8ed7-66e8bef6e02a/?pbi_source=PowerPoint" TargetMode="External" Id="RelId2" /><Relationship Type="http://schemas.openxmlformats.org/officeDocument/2006/relationships/image" Target="/ppt/media/image6.png" Id="imgId159977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d8516e5bdf4a492f" /><Relationship Type="http://schemas.openxmlformats.org/officeDocument/2006/relationships/slideLayout" Target="/ppt/slideLayouts/slideLayout8.xml" Id="R3767c73cab914579" /><Relationship Type="http://schemas.openxmlformats.org/officeDocument/2006/relationships/hyperlink" Target="https://app.powerbi.com/groups/me/reports/2f0cf2df-da30-43ed-8ed7-66e8bef6e02a/?pbi_source=PowerPoint" TargetMode="External" Id="RelId3" /><Relationship Type="http://schemas.openxmlformats.org/officeDocument/2006/relationships/image" Target="/ppt/media/image7.png" Id="imgId15997704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Solution Qunatique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9/26/2026 8:30:22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9/26/2026 8:27:21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Month ,Region's  Revenue  ,Monthly Revenue Trend, MOM Growth % ,Monthly Revenue and REVENUE YTD by MonthName ,Sales By Product category ,▼ 19% drop ,▼ 33% drop ,▲ 40% growth ,▼ 29% drop ,image ,Home ,shape ,shape ,shape ,shape ,shape ,Total revenue ,Profit ,Orders ,Profit margin ,Avg Order Value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599770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Summary-SQ1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p 2 Product Revenue % ,Region's Best performer product ,Highest profit Margin ,textbox ,Top Pair's Combo ,cardVisual ,cardVisual ,Price Vs Demand Analysis ,Price Vs Demand Analysis ,MoM Revenue Growth % - Chair vs Sofa (2025) ,listSlicer ,textSlicer ,Product Performance ,actionButton ,highest product category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599770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Performance-SQ2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Highest Revenue City ,Lowest Revenue City ,Region Wise Customer's Breakdown ,Average unit Price, Region Wise ,cardVisual ,cardVisual ,cardVisual ,actionButton ,Customer's Insights ,cardVisual ,Top 5 customer's ,Customer's Revenue Breakdown ,Customer's Order Breakdown ,Month ,actionButton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599770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Customer's Insights-SQ3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Highest profit Margin Per sale ,Top Region wise Sales by Rep's ,Sales rep's Order Counts ,&quot;Stock-Out Risk by Product&quot; ,cardVisual ,Highest in cash Orders ,Best Sales rep By Revenue ,actionButton ,Sales Rep &amp; Customer insights ,textbox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5997704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Rep Performance-SQ4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