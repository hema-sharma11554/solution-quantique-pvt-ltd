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C910"/>
    <a:srgbClr val="D9D9D9"/>
    <a:srgbClr val="D3D3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80" autoAdjust="0"/>
    <p:restoredTop sz="86410" autoAdjust="0"/>
  </p:normalViewPr>
  <p:slideViewPr>
    <p:cSldViewPr snapToGrid="0" snapToObjects="1">
      <p:cViewPr varScale="1">
        <p:scale>
          <a:sx n="61" d="100"/>
          <a:sy n="61" d="100"/>
        </p:scale>
        <p:origin x="64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A49F7-2E58-4B4A-93BD-6C351181AABE}" type="datetimeFigureOut">
              <a:rPr lang="en-IN" smtClean="0"/>
              <a:t>26-09-2026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EA204-8401-4F9A-B093-23A32C10BA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042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Month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Region's  Revenue 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Monthly Revenue Trend, MOM Growth %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Monthly Revenue and REVENUE YTD by MonthName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Sales By Product category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▼ 19% drop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▼ 33% drop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▲ 40% growth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▼ 29% drop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image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Home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shape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shape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shape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shape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shape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Total revenue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Profit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Orders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Profit margin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Avg Order Value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textbox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Top 2 Product Revenue %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Region's Best performer product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Highest profit Margin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textbox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Top Pair's Combo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Price Vs Demand Analysis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Price Vs Demand Analysis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MoM Revenue Growth % - Chair vs Sofa (2025)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listSlicer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textSlicer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Product Performance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actionButton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highest product category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Highest Revenue City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Lowest Revenue City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Region Wise Customer's Breakdown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Average unit Price, Region Wise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actionButton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Customer's Insights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Top 5 customer's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Customer's Revenue Breakdown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Customer's Order Breakdown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Customer's Name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actionButton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dirty="0"/>
              <a:t>Highest profit Margin Per sale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Top Region wise Sales by Rep's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Sales rep's Order Counts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"Stock-Out Risk by Product"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cardVisual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Highest in cash Orders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Best Sales rep By Revenue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actionButton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Sales Rep &amp; Customer insights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  <a:p>
            <a:r>
              <a:rPr b="1" dirty="0"/>
              <a:t>textbox</a:t>
            </a:r>
            <a:endParaRPr dirty="0"/>
          </a:p>
          <a:p>
            <a:r>
              <a:rPr b="0" dirty="0"/>
              <a:t>No alt text provided</a:t>
            </a:r>
            <a:endParaRPr dirty="0"/>
          </a:p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689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881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331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692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13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81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904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07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4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640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7ED9C8-F09A-4D9E-BEC0-4725162E21FF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7D807A-D3EC-4DEA-86E2-120E4093F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91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2f0cf2df-da30-43ed-8ed7-66e8bef6e02a?pbi_source=PowerPoin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2f0cf2df-da30-43ed-8ed7-66e8bef6e02a/?pbi_source=PowerPoin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2f0cf2df-da30-43ed-8ed7-66e8bef6e02a/?pbi_source=PowerPoin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2f0cf2df-da30-43ed-8ed7-66e8bef6e02a/?pbi_source=PowerPoin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2f0cf2df-da30-43ed-8ed7-66e8bef6e02a/?pbi_source=PowerPoin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/>
          <p:cNvSpPr txBox="1">
            <a:spLocks noGrp="1"/>
          </p:cNvSpPr>
          <p:nvPr>
            <p:ph type="title" idx="4294967295"/>
          </p:nvPr>
        </p:nvSpPr>
        <p:spPr>
          <a:xfrm>
            <a:off x="810584" y="2982149"/>
            <a:ext cx="6314017" cy="60007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rmAutofit fontScale="9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chemeClr val="tx1"/>
                </a:solidFill>
                <a:latin typeface="Segoe UI Light" charset="0"/>
                <a:ea typeface="Segoe UI Light" charset="0"/>
                <a:cs typeface="Segoe UI Light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>
                <a:ln>
                  <a:noFill/>
                </a:ln>
                <a:solidFill>
                  <a:srgbClr val="F3C910"/>
                </a:solidFill>
                <a:effectLst/>
                <a:uLnTx/>
                <a:uFillTx/>
                <a:latin typeface="Segoe UI Light" charset="0"/>
                <a:ea typeface="Segoe UI Light" charset="0"/>
                <a:cs typeface="Segoe UI Light" charset="0"/>
              </a:rPr>
              <a:t>Solution Qunatique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srgbClr val="F3C910"/>
              </a:solidFill>
              <a:effectLst/>
              <a:uLnTx/>
              <a:uFillTx/>
              <a:latin typeface="Segoe UI Light" charset="0"/>
              <a:ea typeface="Segoe UI Light" charset="0"/>
              <a:cs typeface="Segoe UI Light" charset="0"/>
            </a:endParaRPr>
          </a:p>
        </p:txBody>
      </p:sp>
      <p:sp>
        <p:nvSpPr>
          <p:cNvPr id="13" name="Text Placeholder 2"/>
          <p:cNvSpPr txBox="1">
            <a:spLocks/>
          </p:cNvSpPr>
          <p:nvPr/>
        </p:nvSpPr>
        <p:spPr>
          <a:xfrm>
            <a:off x="853448" y="3658761"/>
            <a:ext cx="1488017" cy="25347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200" b="0" i="0" u="sng" kern="1200">
                <a:solidFill>
                  <a:schemeClr val="tx1"/>
                </a:solidFill>
                <a:latin typeface="Segoe UI" charset="0"/>
                <a:ea typeface="Segoe UI" charset="0"/>
                <a:cs typeface="Segoe UI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hlinkClick r:id="rId3"/>
              </a:rPr>
              <a:t>View in Power BI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315" y="5823544"/>
            <a:ext cx="217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i="0" dirty="0">
                <a:solidFill>
                  <a:schemeClr val="bg1"/>
                </a:solidFill>
                <a:latin typeface="Segoe UI Semibold" charset="0"/>
                <a:ea typeface="Segoe UI Semibold" charset="0"/>
                <a:cs typeface="Segoe UI Semibold" charset="0"/>
              </a:rPr>
              <a:t>Downloaded at:</a:t>
            </a:r>
          </a:p>
          <a:p>
            <a:r>
              <a:rPr lang="en-US" sz="900" b="0" i="0" dirty="0">
                <a:solidFill>
                  <a:schemeClr val="bg1"/>
                </a:solidFill>
                <a:latin typeface="Segoe UI" charset="0"/>
                <a:ea typeface="Segoe UI" charset="0"/>
                <a:cs typeface="Segoe UI" charset="0"/>
              </a:rPr>
              <a:t>9/26/2026 12:27:46 PM UTC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512" y="5407903"/>
            <a:ext cx="2177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chemeClr val="bg1"/>
                </a:solidFill>
                <a:latin typeface="Segoe UI Semibold" charset="0"/>
                <a:ea typeface="Segoe UI Semibold" charset="0"/>
                <a:cs typeface="Segoe UI Semibold" charset="0"/>
              </a:rPr>
              <a:t>Last data refresh:</a:t>
            </a:r>
            <a:endParaRPr lang="en-US" sz="900" b="1" i="0" dirty="0">
              <a:solidFill>
                <a:schemeClr val="bg1"/>
              </a:solidFill>
              <a:latin typeface="Segoe UI Semibold" charset="0"/>
              <a:ea typeface="Segoe UI Semibold" charset="0"/>
              <a:cs typeface="Segoe UI Semibold" charset="0"/>
            </a:endParaRPr>
          </a:p>
          <a:p>
            <a:r>
              <a:rPr lang="en-US" sz="900" dirty="0">
                <a:solidFill>
                  <a:schemeClr val="bg1"/>
                </a:solidFill>
                <a:latin typeface="Segoe UI" charset="0"/>
                <a:ea typeface="Segoe UI" charset="0"/>
                <a:cs typeface="Segoe UI" charset="0"/>
              </a:rPr>
              <a:t>9/26/2026 12:25:06 PM UTC</a:t>
            </a:r>
            <a:endParaRPr lang="en-US" sz="900" b="0" i="0" dirty="0">
              <a:solidFill>
                <a:schemeClr val="bg1"/>
              </a:solidFill>
              <a:latin typeface="Segoe UI" charset="0"/>
              <a:ea typeface="Segoe UI" charset="0"/>
              <a:cs typeface="Segoe UI" charset="0"/>
            </a:endParaRPr>
          </a:p>
        </p:txBody>
      </p:sp>
      <p:pic>
        <p:nvPicPr>
          <p:cNvPr id="16" name="Picture 15" descr="Microsoft Power B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544" y="722376"/>
            <a:ext cx="1490690" cy="245805"/>
          </a:xfrm>
          <a:prstGeom prst="rect">
            <a:avLst/>
          </a:prstGeom>
        </p:spPr>
      </p:pic>
      <p:pic>
        <p:nvPicPr>
          <p:cNvPr id="18" name="Pictur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696" y="3694176"/>
            <a:ext cx="162027" cy="15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0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Month ,Region's  Revenue  ,Monthly Revenue Trend, MOM Growth % ,Monthly Revenue and REVENUE YTD by MonthName ,Sales By Product category ,▼ 19% drop ,▼ 33% drop ,▲ 40% growth ,▼ 29% drop ,image ,Home ,shape ,shape ,shape ,shape ,shape ,Total revenue ,Profit ,Orders ,Profit margin ,Avg Order Value ,textbox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Summary-SQ1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Top 2 Product Revenue % ,Region's Best performer product ,Highest profit Margin ,textbox ,Top Pair's Combo ,cardVisual ,cardVisual ,Price Vs Demand Analysis ,Price Vs Demand Analysis ,MoM Revenue Growth % - Chair vs Sofa (2025) ,listSlicer ,textSlicer ,Product Performance ,actionButton ,highest product category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Performance-SQ2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Highest Revenue City ,Lowest Revenue City ,Region Wise Customer's Breakdown ,Average unit Price, Region Wise ,cardVisual ,cardVisual ,cardVisual ,actionButton ,Customer's Insights ,cardVisual ,Top 5 customer's ,Customer's Revenue Breakdown ,Customer's Order Breakdown ,Customer's Name ,actionButton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Customer's Insights-SQ3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 title="This slide contains the following visuals: Highest profit Margin Per sale ,Top Region wise Sales by Rep's ,Sales rep's Order Counts ,&quot;Stock-Out Risk by Product&quot; ,cardVisual ,Highest in cash Orders ,Best Sales rep By Revenue ,actionButton ,Sales Rep &amp; Customer insights ,textbox. Please refer to the notes on this slide for details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0"/>
            <a:ext cx="12020550" cy="6858000"/>
          </a:xfrm>
          <a:prstGeom prst="rect">
            <a:avLst/>
          </a:prstGeom>
          <a:noFill/>
        </p:spPr>
      </p:pic>
      <p:sp>
        <p:nvSpPr>
          <p:cNvPr id="4" name="Title" hidden="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Rep Performance-SQ4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450</Words>
  <Application>Microsoft Office PowerPoint</Application>
  <PresentationFormat>Widescreen</PresentationFormat>
  <Paragraphs>192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Segoe UI</vt:lpstr>
      <vt:lpstr>Segoe UI Light</vt:lpstr>
      <vt:lpstr>Segoe UI Semibold</vt:lpstr>
      <vt:lpstr>Custom Design</vt:lpstr>
      <vt:lpstr>Solution Qunatique</vt:lpstr>
      <vt:lpstr>Executive Summary-SQ1</vt:lpstr>
      <vt:lpstr>Product Performance-SQ2</vt:lpstr>
      <vt:lpstr>Customer's Insights-SQ3</vt:lpstr>
      <vt:lpstr>Sales Rep Performance-SQ4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Power BI</dc:creator>
  <cp:lastModifiedBy>Hemlata Sharma</cp:lastModifiedBy>
  <cp:revision>4</cp:revision>
  <dcterms:created xsi:type="dcterms:W3CDTF">2016-09-04T11:54:55Z</dcterms:created>
  <dcterms:modified xsi:type="dcterms:W3CDTF">2026-09-26T12:31:42Z</dcterms:modified>
</cp:coreProperties>
</file>